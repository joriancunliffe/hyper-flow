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7f9df562efbfbbaa44787b5380e0682c4f921917c9933222239243e72342dfe3. Template weekly-pptx@1. Records read 2026-09-09T00:00:00Z.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7f9df562efbfbbaa44787b5380e0682c4f921917c9933222239243e72342dfe3. Template weekly-pptx@1. Records read 2026-09-09T00:00:00Z.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7f9df562efbfbbaa44787b5380e0682c4f921917c9933222239243e72342dfe3. Template weekly-pptx@1. Records read 2026-09-09T00:00:00Z.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7f9df562efbfbbaa44787b5380e0682c4f921917c9933222239243e72342dfe3. Template weekly-pptx@1. Records read 2026-09-09T00:00:00Z.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7f9df562efbfbbaa44787b5380e0682c4f921917c9933222239243e72342dfe3. Template weekly-pptx@1. Records read 2026-09-09T00:00:00Z.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7f9df562efbfbbaa44787b5380e0682c4f921917c9933222239243e72342dfe3. Template weekly-pptx@1. Records read 2026-09-09T00:00:00Z.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Weekly operating report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Controlled operating report fixture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Period ending 2026-09-09T00:00:00.000Z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Records read 2026-09-09T00:00:00Z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Draft for review   Unbranded 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Controlled operating report fixture. Report period
2026-09-02T00:00:00.000Z to 2026-09-09T00:00:00.000Z (end
exclusive). Records read 2026-09-09T00:00:00Z.
2 accepted records, 1 currently open and 1 currently fulfilled. 1 due within the
period. 1 currently open records have deadlines before the cutoff.
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Draft for review   Unbranded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Accepted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Prepare the weekly report
Owner Report owner. Beneficiary Project team. State accepted. Due
2026-09-08T02:00:00Z (Australia/Brisbane). Source ob_report
version 1; communications comm_fixture_0.
Confirm the supplier delivery
Owner Report owner. Beneficiary Project team. State fulfilled. Due
2026-09-09T00:00:00Z (Australia/Brisbane). Source ob_delivery
version 2; communications comm_fixture_1.
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Draft for review   Unbranded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Communication evidence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Evidence: I will prepare the weekly report for review.
Sources comm_fixture_0
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Draft for review   Unbranded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Source notes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Controlled fixture data for release testing.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States reflect the records read at the observation time. This is not a historical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state reconstruction.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Communication excerpts are supporting evidence, not newly accepted obligations.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Communication context is a bounded selection of at most 30 search matches, not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an exhaustive history.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Template weekly-pptx version 1. Input fingerprint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7f9df562efbfbbaa44787b5380e0682c4f921917c9933222239243e72342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dfe3.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Draft for review   Unbranded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Source notes continued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02B36"/>
                </a:solidFill>
              </a:rPr>
              <a:t>
Draft for review. Generating or downloading this file does not deliver it or fulfill
a promise.
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Draft for review   Unbranded  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operating report</dc:title>
  <dc:subject>Project operating report</dc:subject>
  <dc:creator>HyperFlow</dc:creator>
  <cp:lastModifiedBy>HyperFlow</cp:lastModifiedBy>
  <cp:revision>1</cp:revision>
  <dcterms:created xsi:type="dcterms:W3CDTF">2026-09-08T20:47:16Z</dcterms:created>
  <dcterms:modified xsi:type="dcterms:W3CDTF">2026-09-08T20:47:16Z</dcterms:modified>
</cp:coreProperties>
</file>